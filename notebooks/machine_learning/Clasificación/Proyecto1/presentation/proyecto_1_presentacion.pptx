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1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C32AAD-D467-4AC5-8E86-E28DA36410EB}" v="6" dt="2025-01-07T18:53:30.0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59" autoAdjust="0"/>
    <p:restoredTop sz="86370" autoAdjust="0"/>
  </p:normalViewPr>
  <p:slideViewPr>
    <p:cSldViewPr snapToGrid="0" snapToObjects="1">
      <p:cViewPr varScale="1">
        <p:scale>
          <a:sx n="49" d="100"/>
          <a:sy n="49" d="100"/>
        </p:scale>
        <p:origin x="53" y="5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29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nzalo ferreira" userId="df1ce6091abf8fd7" providerId="LiveId" clId="{67C32AAD-D467-4AC5-8E86-E28DA36410EB}"/>
    <pc:docChg chg="undo custSel addSld modSld">
      <pc:chgData name="gonzalo ferreira" userId="df1ce6091abf8fd7" providerId="LiveId" clId="{67C32AAD-D467-4AC5-8E86-E28DA36410EB}" dt="2025-01-07T18:53:30.018" v="48" actId="1076"/>
      <pc:docMkLst>
        <pc:docMk/>
      </pc:docMkLst>
      <pc:sldChg chg="addSp modSp mod">
        <pc:chgData name="gonzalo ferreira" userId="df1ce6091abf8fd7" providerId="LiveId" clId="{67C32AAD-D467-4AC5-8E86-E28DA36410EB}" dt="2025-01-07T18:40:29.530" v="11" actId="20577"/>
        <pc:sldMkLst>
          <pc:docMk/>
          <pc:sldMk cId="0" sldId="258"/>
        </pc:sldMkLst>
        <pc:spChg chg="mod">
          <ac:chgData name="gonzalo ferreira" userId="df1ce6091abf8fd7" providerId="LiveId" clId="{67C32AAD-D467-4AC5-8E86-E28DA36410EB}" dt="2025-01-07T18:40:29.530" v="11" actId="20577"/>
          <ac:spMkLst>
            <pc:docMk/>
            <pc:sldMk cId="0" sldId="258"/>
            <ac:spMk id="3" creationId="{00000000-0000-0000-0000-000000000000}"/>
          </ac:spMkLst>
        </pc:spChg>
        <pc:picChg chg="add mod">
          <ac:chgData name="gonzalo ferreira" userId="df1ce6091abf8fd7" providerId="LiveId" clId="{67C32AAD-D467-4AC5-8E86-E28DA36410EB}" dt="2025-01-07T18:40:29.137" v="10"/>
          <ac:picMkLst>
            <pc:docMk/>
            <pc:sldMk cId="0" sldId="258"/>
            <ac:picMk id="4" creationId="{4CC326EA-24CA-DBF5-2745-6ED2C1C90ACD}"/>
          </ac:picMkLst>
        </pc:picChg>
      </pc:sldChg>
      <pc:sldChg chg="addSp delSp modSp mod">
        <pc:chgData name="gonzalo ferreira" userId="df1ce6091abf8fd7" providerId="LiveId" clId="{67C32AAD-D467-4AC5-8E86-E28DA36410EB}" dt="2025-01-07T18:53:30.018" v="48" actId="1076"/>
        <pc:sldMkLst>
          <pc:docMk/>
          <pc:sldMk cId="0" sldId="260"/>
        </pc:sldMkLst>
        <pc:spChg chg="mod">
          <ac:chgData name="gonzalo ferreira" userId="df1ce6091abf8fd7" providerId="LiveId" clId="{67C32AAD-D467-4AC5-8E86-E28DA36410EB}" dt="2025-01-07T18:53:26.684" v="46" actId="1076"/>
          <ac:spMkLst>
            <pc:docMk/>
            <pc:sldMk cId="0" sldId="260"/>
            <ac:spMk id="2" creationId="{00000000-0000-0000-0000-000000000000}"/>
          </ac:spMkLst>
        </pc:spChg>
        <pc:picChg chg="add mod">
          <ac:chgData name="gonzalo ferreira" userId="df1ce6091abf8fd7" providerId="LiveId" clId="{67C32AAD-D467-4AC5-8E86-E28DA36410EB}" dt="2025-01-07T18:53:30.018" v="48" actId="1076"/>
          <ac:picMkLst>
            <pc:docMk/>
            <pc:sldMk cId="0" sldId="260"/>
            <ac:picMk id="4" creationId="{14682B37-E93B-A2AE-01B5-6A9FFB736934}"/>
          </ac:picMkLst>
        </pc:picChg>
        <pc:picChg chg="add del mod">
          <ac:chgData name="gonzalo ferreira" userId="df1ce6091abf8fd7" providerId="LiveId" clId="{67C32AAD-D467-4AC5-8E86-E28DA36410EB}" dt="2025-01-07T18:51:11.389" v="24" actId="21"/>
          <ac:picMkLst>
            <pc:docMk/>
            <pc:sldMk cId="0" sldId="260"/>
            <ac:picMk id="6" creationId="{E987F836-8A93-D1B1-8E92-DAB643E25D2F}"/>
          </ac:picMkLst>
        </pc:picChg>
      </pc:sldChg>
      <pc:sldChg chg="addSp delSp modSp new mod setBg">
        <pc:chgData name="gonzalo ferreira" userId="df1ce6091abf8fd7" providerId="LiveId" clId="{67C32AAD-D467-4AC5-8E86-E28DA36410EB}" dt="2025-01-07T18:51:30.330" v="39" actId="1076"/>
        <pc:sldMkLst>
          <pc:docMk/>
          <pc:sldMk cId="2929222003" sldId="262"/>
        </pc:sldMkLst>
        <pc:spChg chg="mod ord">
          <ac:chgData name="gonzalo ferreira" userId="df1ce6091abf8fd7" providerId="LiveId" clId="{67C32AAD-D467-4AC5-8E86-E28DA36410EB}" dt="2025-01-07T18:51:24.229" v="34" actId="26606"/>
          <ac:spMkLst>
            <pc:docMk/>
            <pc:sldMk cId="2929222003" sldId="262"/>
            <ac:spMk id="2" creationId="{C20E20F8-0254-0D3F-D264-F8887E4A937F}"/>
          </ac:spMkLst>
        </pc:spChg>
        <pc:spChg chg="add del">
          <ac:chgData name="gonzalo ferreira" userId="df1ce6091abf8fd7" providerId="LiveId" clId="{67C32AAD-D467-4AC5-8E86-E28DA36410EB}" dt="2025-01-07T18:51:24.229" v="34" actId="26606"/>
          <ac:spMkLst>
            <pc:docMk/>
            <pc:sldMk cId="2929222003" sldId="262"/>
            <ac:spMk id="11" creationId="{37C89E4B-3C9F-44B9-8B86-D9E3D112D8EC}"/>
          </ac:spMkLst>
        </pc:spChg>
        <pc:picChg chg="add mod">
          <ac:chgData name="gonzalo ferreira" userId="df1ce6091abf8fd7" providerId="LiveId" clId="{67C32AAD-D467-4AC5-8E86-E28DA36410EB}" dt="2025-01-07T18:51:30.330" v="39" actId="1076"/>
          <ac:picMkLst>
            <pc:docMk/>
            <pc:sldMk cId="2929222003" sldId="262"/>
            <ac:picMk id="6" creationId="{E987F836-8A93-D1B1-8E92-DAB643E25D2F}"/>
          </ac:picMkLst>
        </pc:picChg>
        <pc:cxnChg chg="add del">
          <ac:chgData name="gonzalo ferreira" userId="df1ce6091abf8fd7" providerId="LiveId" clId="{67C32AAD-D467-4AC5-8E86-E28DA36410EB}" dt="2025-01-07T18:51:24.229" v="34" actId="26606"/>
          <ac:cxnSpMkLst>
            <pc:docMk/>
            <pc:sldMk cId="2929222003" sldId="262"/>
            <ac:cxnSpMk id="13" creationId="{AA2EAA10-076F-46BD-8F0F-B9A2FB77A85C}"/>
          </ac:cxnSpMkLst>
        </pc:cxnChg>
        <pc:cxnChg chg="add del">
          <ac:chgData name="gonzalo ferreira" userId="df1ce6091abf8fd7" providerId="LiveId" clId="{67C32AAD-D467-4AC5-8E86-E28DA36410EB}" dt="2025-01-07T18:51:24.229" v="34" actId="26606"/>
          <ac:cxnSpMkLst>
            <pc:docMk/>
            <pc:sldMk cId="2929222003" sldId="262"/>
            <ac:cxnSpMk id="15" creationId="{D891E407-403B-4764-86C9-33A56D3BCAA3}"/>
          </ac:cxnSpMkLst>
        </pc:cxnChg>
      </pc:sldChg>
      <pc:sldChg chg="addSp new mod">
        <pc:chgData name="gonzalo ferreira" userId="df1ce6091abf8fd7" providerId="LiveId" clId="{67C32AAD-D467-4AC5-8E86-E28DA36410EB}" dt="2025-01-07T18:52:18.543" v="41" actId="22"/>
        <pc:sldMkLst>
          <pc:docMk/>
          <pc:sldMk cId="1214444662" sldId="263"/>
        </pc:sldMkLst>
        <pc:picChg chg="add">
          <ac:chgData name="gonzalo ferreira" userId="df1ce6091abf8fd7" providerId="LiveId" clId="{67C32AAD-D467-4AC5-8E86-E28DA36410EB}" dt="2025-01-07T18:52:18.543" v="41" actId="22"/>
          <ac:picMkLst>
            <pc:docMk/>
            <pc:sldMk cId="1214444662" sldId="263"/>
            <ac:picMk id="4" creationId="{92F64DEF-B6DD-2CC6-E987-51332E517BC3}"/>
          </ac:picMkLst>
        </pc:picChg>
      </pc:sldChg>
      <pc:sldChg chg="addSp new mod">
        <pc:chgData name="gonzalo ferreira" userId="df1ce6091abf8fd7" providerId="LiveId" clId="{67C32AAD-D467-4AC5-8E86-E28DA36410EB}" dt="2025-01-07T18:52:57.025" v="43" actId="22"/>
        <pc:sldMkLst>
          <pc:docMk/>
          <pc:sldMk cId="263694521" sldId="264"/>
        </pc:sldMkLst>
        <pc:picChg chg="add">
          <ac:chgData name="gonzalo ferreira" userId="df1ce6091abf8fd7" providerId="LiveId" clId="{67C32AAD-D467-4AC5-8E86-E28DA36410EB}" dt="2025-01-07T18:52:57.025" v="43" actId="22"/>
          <ac:picMkLst>
            <pc:docMk/>
            <pc:sldMk cId="263694521" sldId="264"/>
            <ac:picMk id="4" creationId="{33C6BEB7-2FF6-AEEF-EF33-89B383E1D266}"/>
          </ac:picMkLst>
        </pc:picChg>
      </pc:sldChg>
      <pc:sldChg chg="addSp new mod">
        <pc:chgData name="gonzalo ferreira" userId="df1ce6091abf8fd7" providerId="LiveId" clId="{67C32AAD-D467-4AC5-8E86-E28DA36410EB}" dt="2025-01-07T18:53:06.607" v="45" actId="22"/>
        <pc:sldMkLst>
          <pc:docMk/>
          <pc:sldMk cId="4224038914" sldId="265"/>
        </pc:sldMkLst>
        <pc:picChg chg="add">
          <ac:chgData name="gonzalo ferreira" userId="df1ce6091abf8fd7" providerId="LiveId" clId="{67C32AAD-D467-4AC5-8E86-E28DA36410EB}" dt="2025-01-07T18:53:06.607" v="45" actId="22"/>
          <ac:picMkLst>
            <pc:docMk/>
            <pc:sldMk cId="4224038914" sldId="265"/>
            <ac:picMk id="4" creationId="{98BE4E90-ECBC-0CBA-78D1-337751EE300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Y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DE1621-CB02-4AD8-9226-192CCA571457}" type="datetimeFigureOut">
              <a:rPr lang="es-PY" smtClean="0"/>
              <a:t>7/1/2025</a:t>
            </a:fld>
            <a:endParaRPr lang="es-PY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Y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Y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Y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BB61E6-5533-4A68-AD7D-680384B03FED}" type="slidenum">
              <a:rPr lang="es-PY" smtClean="0"/>
              <a:t>‹Nº›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3435602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Y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B61E6-5533-4A68-AD7D-680384B03FED}" type="slidenum">
              <a:rPr lang="es-PY" smtClean="0"/>
              <a:t>6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987710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Y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B61E6-5533-4A68-AD7D-680384B03FED}" type="slidenum">
              <a:rPr lang="es-PY" smtClean="0"/>
              <a:t>7</a:t>
            </a:fld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1203125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Proyecto 1: </a:t>
            </a:r>
            <a:r>
              <a:rPr dirty="0" err="1"/>
              <a:t>Análisis</a:t>
            </a:r>
            <a:r>
              <a:rPr dirty="0"/>
              <a:t> de </a:t>
            </a:r>
            <a:r>
              <a:rPr dirty="0" err="1"/>
              <a:t>Clasificación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err="1"/>
              <a:t>Preparado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Gonzalo Ferreira - MITIC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Introducción</a:t>
            </a:r>
            <a:r>
              <a:rPr dirty="0"/>
              <a:t> y </a:t>
            </a:r>
            <a:r>
              <a:rPr dirty="0" err="1"/>
              <a:t>Objetivos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Explorar modelos de clasificación aplicados a un dataset multiclase.</a:t>
            </a:r>
          </a:p>
          <a:p>
            <a:r>
              <a:t>- Comparar métricas clave como Accuracy, Precision, Recall, F1-Score y ROC-AUC.</a:t>
            </a:r>
          </a:p>
          <a:p>
            <a:r>
              <a:t>- Identificar el mejor modelo para el dataset.</a:t>
            </a:r>
          </a:p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Descripción</a:t>
            </a:r>
            <a:r>
              <a:rPr dirty="0"/>
              <a:t> del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Dataset de </a:t>
            </a:r>
            <a:r>
              <a:rPr dirty="0" err="1"/>
              <a:t>transacciones</a:t>
            </a:r>
            <a:r>
              <a:rPr dirty="0"/>
              <a:t> de </a:t>
            </a:r>
            <a:r>
              <a:rPr dirty="0" err="1"/>
              <a:t>ventas</a:t>
            </a:r>
            <a:r>
              <a:rPr dirty="0"/>
              <a:t>.</a:t>
            </a:r>
            <a:endParaRPr lang="es-PY" dirty="0"/>
          </a:p>
          <a:p>
            <a:r>
              <a:rPr lang="es-MX" dirty="0"/>
              <a:t>- Variables categóricas: Género, Categoría de Producto.</a:t>
            </a:r>
          </a:p>
          <a:p>
            <a:r>
              <a:rPr lang="es-MX" dirty="0"/>
              <a:t>- Variables numéricas: Edad, Cantidad, Precio por Unidad.</a:t>
            </a:r>
          </a:p>
          <a:p>
            <a:r>
              <a:rPr lang="es-MX" dirty="0"/>
              <a:t>- Etiqueta: Nivel de ventas clasificado en </a:t>
            </a:r>
            <a:r>
              <a:rPr lang="es-MX" dirty="0" err="1"/>
              <a:t>múltiplas</a:t>
            </a:r>
            <a:r>
              <a:rPr lang="es-MX" dirty="0"/>
              <a:t> clases.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Principales Análisis y Hallazgos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</a:t>
            </a: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evaluados</a:t>
            </a:r>
            <a:r>
              <a:rPr dirty="0"/>
              <a:t>: </a:t>
            </a:r>
            <a:r>
              <a:rPr dirty="0" err="1"/>
              <a:t>Regresión</a:t>
            </a:r>
            <a:r>
              <a:rPr dirty="0"/>
              <a:t> </a:t>
            </a:r>
            <a:r>
              <a:rPr dirty="0" err="1"/>
              <a:t>Logística</a:t>
            </a:r>
            <a:r>
              <a:rPr dirty="0"/>
              <a:t>, KNN, </a:t>
            </a:r>
            <a:r>
              <a:rPr dirty="0" err="1"/>
              <a:t>Árboles</a:t>
            </a:r>
            <a:r>
              <a:rPr dirty="0"/>
              <a:t> de </a:t>
            </a:r>
            <a:r>
              <a:rPr dirty="0" err="1"/>
              <a:t>Decisión</a:t>
            </a:r>
            <a:r>
              <a:rPr dirty="0"/>
              <a:t>, Random Forest.</a:t>
            </a:r>
          </a:p>
          <a:p>
            <a:r>
              <a:rPr dirty="0"/>
              <a:t>- Random Forest </a:t>
            </a:r>
            <a:r>
              <a:rPr dirty="0" err="1"/>
              <a:t>presentó</a:t>
            </a:r>
            <a:r>
              <a:rPr dirty="0"/>
              <a:t> la </a:t>
            </a:r>
            <a:r>
              <a:rPr dirty="0" err="1"/>
              <a:t>mejor</a:t>
            </a:r>
            <a:r>
              <a:rPr dirty="0"/>
              <a:t> </a:t>
            </a:r>
            <a:r>
              <a:rPr dirty="0" err="1"/>
              <a:t>métrica</a:t>
            </a:r>
            <a:r>
              <a:rPr dirty="0"/>
              <a:t> ROC-AUC.</a:t>
            </a:r>
          </a:p>
          <a:p>
            <a:r>
              <a:rPr dirty="0"/>
              <a:t>- </a:t>
            </a:r>
            <a:r>
              <a:rPr dirty="0" err="1"/>
              <a:t>Importancia</a:t>
            </a:r>
            <a:r>
              <a:rPr dirty="0"/>
              <a:t> de las </a:t>
            </a:r>
            <a:r>
              <a:rPr dirty="0" err="1"/>
              <a:t>características</a:t>
            </a:r>
            <a:r>
              <a:rPr dirty="0"/>
              <a:t> clave </a:t>
            </a:r>
            <a:r>
              <a:rPr dirty="0" err="1"/>
              <a:t>identificadas</a:t>
            </a:r>
            <a:r>
              <a:rPr dirty="0"/>
              <a:t>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48555"/>
            <a:ext cx="8229600" cy="1143000"/>
          </a:xfrm>
        </p:spPr>
        <p:txBody>
          <a:bodyPr/>
          <a:lstStyle/>
          <a:p>
            <a:r>
              <a:rPr dirty="0" err="1"/>
              <a:t>Visualizaciones</a:t>
            </a:r>
            <a:r>
              <a:rPr dirty="0"/>
              <a:t> Clave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4682B37-E93B-A2AE-01B5-6A9FFB736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749" y="788276"/>
            <a:ext cx="5968392" cy="60697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0E20F8-0254-0D3F-D264-F8887E4A9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Y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987F836-8A93-D1B1-8E92-DAB643E25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996" y="0"/>
            <a:ext cx="6628572" cy="683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222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4A80A6-C0FE-6893-9C48-C4C14C301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Y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2F64DEF-B6DD-2CC6-E987-51332E517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823912"/>
            <a:ext cx="8058150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444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BBD2D4-03A2-7593-6E56-FFE598251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Y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3C6BEB7-2FF6-AEEF-EF33-89B383E1D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2258"/>
            <a:ext cx="9144000" cy="607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94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1936FA-C190-53E9-0306-606DC970D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Y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8BE4E90-ECBC-0CBA-78D1-337751EE3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188"/>
            <a:ext cx="9144000" cy="607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038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 y Recomendaciones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Random Forest es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robusto</a:t>
            </a:r>
            <a:r>
              <a:rPr dirty="0"/>
              <a:t> para </a:t>
            </a:r>
            <a:r>
              <a:rPr dirty="0" err="1"/>
              <a:t>este</a:t>
            </a:r>
            <a:r>
              <a:rPr dirty="0"/>
              <a:t> dataset.</a:t>
            </a:r>
          </a:p>
          <a:p>
            <a:r>
              <a:rPr dirty="0"/>
              <a:t>- Las variables </a:t>
            </a:r>
            <a:r>
              <a:rPr dirty="0" err="1"/>
              <a:t>numéricas</a:t>
            </a:r>
            <a:r>
              <a:rPr dirty="0"/>
              <a:t> </a:t>
            </a:r>
            <a:r>
              <a:rPr dirty="0" err="1"/>
              <a:t>tienen</a:t>
            </a:r>
            <a:r>
              <a:rPr dirty="0"/>
              <a:t> mayor </a:t>
            </a:r>
            <a:r>
              <a:rPr dirty="0" err="1"/>
              <a:t>impacto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las </a:t>
            </a:r>
            <a:r>
              <a:rPr dirty="0" err="1"/>
              <a:t>predicciones</a:t>
            </a:r>
            <a:r>
              <a:rPr dirty="0"/>
              <a:t>.</a:t>
            </a:r>
          </a:p>
          <a:p>
            <a:r>
              <a:rPr dirty="0"/>
              <a:t>- </a:t>
            </a:r>
            <a:r>
              <a:rPr dirty="0" err="1"/>
              <a:t>Recomendaciones</a:t>
            </a:r>
            <a:r>
              <a:rPr dirty="0"/>
              <a:t>: </a:t>
            </a:r>
            <a:r>
              <a:rPr dirty="0" err="1"/>
              <a:t>Refinar</a:t>
            </a:r>
            <a:r>
              <a:rPr dirty="0"/>
              <a:t> la </a:t>
            </a:r>
            <a:r>
              <a:rPr dirty="0" err="1"/>
              <a:t>parametrización</a:t>
            </a:r>
            <a:r>
              <a:rPr dirty="0"/>
              <a:t> de </a:t>
            </a:r>
            <a:r>
              <a:rPr dirty="0" err="1"/>
              <a:t>modelos</a:t>
            </a:r>
            <a:r>
              <a:rPr dirty="0"/>
              <a:t> </a:t>
            </a:r>
            <a:r>
              <a:rPr dirty="0" err="1"/>
              <a:t>avanzados</a:t>
            </a:r>
            <a:r>
              <a:rPr dirty="0"/>
              <a:t> (p. </a:t>
            </a:r>
            <a:r>
              <a:rPr dirty="0" err="1"/>
              <a:t>ej</a:t>
            </a:r>
            <a:r>
              <a:rPr dirty="0"/>
              <a:t>., </a:t>
            </a:r>
            <a:r>
              <a:rPr dirty="0" err="1"/>
              <a:t>XGBoost</a:t>
            </a:r>
            <a:r>
              <a:rPr dirty="0"/>
              <a:t>, </a:t>
            </a:r>
            <a:r>
              <a:rPr dirty="0" err="1"/>
              <a:t>LightGBM</a:t>
            </a:r>
            <a:r>
              <a:rPr dirty="0"/>
              <a:t>).</a:t>
            </a:r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180</Words>
  <Application>Microsoft Office PowerPoint</Application>
  <PresentationFormat>Presentación en pantalla (4:3)</PresentationFormat>
  <Paragraphs>22</Paragraphs>
  <Slides>10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Proyecto 1: Análisis de Clasificación</vt:lpstr>
      <vt:lpstr>Introducción y Objetivos</vt:lpstr>
      <vt:lpstr>Descripción del Dataset</vt:lpstr>
      <vt:lpstr>Principales Análisis y Hallazgos</vt:lpstr>
      <vt:lpstr>Visualizaciones Clave</vt:lpstr>
      <vt:lpstr>Presentación de PowerPoint</vt:lpstr>
      <vt:lpstr>Presentación de PowerPoint</vt:lpstr>
      <vt:lpstr>Presentación de PowerPoint</vt:lpstr>
      <vt:lpstr>Presentación de PowerPoint</vt:lpstr>
      <vt:lpstr>Conclusiones y Recomendaciones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gonzalo ferreira</cp:lastModifiedBy>
  <cp:revision>1</cp:revision>
  <dcterms:created xsi:type="dcterms:W3CDTF">2013-01-27T09:14:16Z</dcterms:created>
  <dcterms:modified xsi:type="dcterms:W3CDTF">2025-01-07T18:53:38Z</dcterms:modified>
  <cp:category/>
</cp:coreProperties>
</file>